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h Myra Salazar" userId="b7ad3f4b6e8cee83" providerId="LiveId" clId="{770EF6DD-D3CA-42C1-AB1A-973E281CA696}"/>
    <pc:docChg chg="modSld">
      <pc:chgData name="Dianah Myra Salazar" userId="b7ad3f4b6e8cee83" providerId="LiveId" clId="{770EF6DD-D3CA-42C1-AB1A-973E281CA696}" dt="2026-04-30T13:24:12.577" v="4" actId="732"/>
      <pc:docMkLst>
        <pc:docMk/>
      </pc:docMkLst>
      <pc:sldChg chg="modSp mod">
        <pc:chgData name="Dianah Myra Salazar" userId="b7ad3f4b6e8cee83" providerId="LiveId" clId="{770EF6DD-D3CA-42C1-AB1A-973E281CA696}" dt="2026-04-30T13:24:12.577" v="4" actId="732"/>
        <pc:sldMkLst>
          <pc:docMk/>
          <pc:sldMk cId="0" sldId="261"/>
        </pc:sldMkLst>
        <pc:picChg chg="mod ord modCrop">
          <ac:chgData name="Dianah Myra Salazar" userId="b7ad3f4b6e8cee83" providerId="LiveId" clId="{770EF6DD-D3CA-42C1-AB1A-973E281CA696}" dt="2026-04-30T13:24:12.577" v="4" actId="732"/>
          <ac:picMkLst>
            <pc:docMk/>
            <pc:sldMk cId="0" sldId="261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01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Work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Anomalies in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 Using Power BI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IS107 | Power BI Desktop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Dataset Analysis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0424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LW6-tourism-details.csv — 920 rows of monthly tourism data (2012–2022)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0025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313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(Date), Accommodation Type (Text), Travel (Text), Tourists (Number)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2735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Line Chart + Analytics Pane Anomaly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9227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233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explain anomalies in tourist volume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Preparation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LW6-tourism-details.csv into Power BI. The Period column was set to Date type.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Line Chart: Sum of Tourists by Month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chart was created with Period on the X-axis and Tourists on the Y-axis (monthly view).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Anomaly Detection Enabled (70% Sensitivity)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toggle turned ON in the Analytics pane. Sensitivity set to 70%. Shaded bands show expected range.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b="3883"/>
          <a:stretch>
            <a:fillRect/>
          </a:stretch>
        </p:blipFill>
        <p:spPr>
          <a:xfrm>
            <a:off x="547006" y="841248"/>
            <a:ext cx="8327572" cy="430225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Points Highlighted (2019–2021)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markers appear around 2019 (unexpectedly high) and 2020–2021 (sharp drops — COVID-19 impact).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Explain By: Accommodation Type &amp; Travel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'Accommodation type' and 'Travel' were dragged into the Explain By section to provide possible explanations.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058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Unexpectedly HIGH — June (4,895,000 Tourists)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4,895,000 exceeded the expected range of 2,707,847 – 4,526,153. Triggered the anomaly flag.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Holiday Park — Unusually High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suggested that the 'Holiday Park' accommodation type was unusually high and may have lifted the total.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Explanations: Hotel (Low) &amp; International Travel (Low)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'Hotel' accommodation and 'International' travel were identified as unusually low contributors.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After Adding the New Anomaly Dataset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20-row dataset (2021–2022) appended. Report refreshed — new anomaly marker detected in early 2022.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Anomaly — August 2022: Unexpectedly LOW (20,000)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20,000 tourists fell far below the expected range of 61,870 – 1,206,871. Domestic travel was the main explanation.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Explanations: Domestic Travel (95%) &amp; Hotel (31%)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'Travel is Domestic' had the strongest explanation strength (95%), followed by 'Accommodation type is Hotel' (31%).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Guide Questions &amp;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trend and seasonality patterns are observed?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numbers show consistent seasonal peaks mid-year (June–August) and dips in winter months. An overall upward trend from 2012 to 2019 is visible.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8196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anomalies are obvious vs. subtle?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167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crash (COVID-19) is highly obvious — a dramatic drop far outside the expected band. The June 2019 peak is subtle — it only slightly exceeds the upper bound.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factors contributed to anomalies?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218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anomaly in 2019 was linked to unusually high Holiday Park bookings. The 2020–2022 lows were driven by COVID-19 — especially drops in International travel and Hotel stays.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9227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Are the AI explanations logically valid?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270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suggestions align with real-world context. COVID-19 restrictions directly impacted hotel stays and international travel, confirming the AI's explanations are credible.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dataset exhibited consistent seasonal trends with peaks in mid-year months.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at 70% sensitivity successfully flagged both high and low outliers.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2019 anomaly was driven by an unusually high number of Holiday Park visitors.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2020–2022 anomalies clearly reflect the impact of COVID-19 — sharp drops in Hotel stays and International travel.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appending the new 20-row dataset, a new low anomaly in August 2022 was detected with 'Domestic' travel as the primary explanation (95% strength).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AI-generated explanations were logically valid and consistent with known global events.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669</Words>
  <Application>Microsoft Office PowerPoint</Application>
  <PresentationFormat>On-screen Show (16:9)</PresentationFormat>
  <Paragraphs>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LW6 - Detecting Anomalies in Time-Series Data</dc:title>
  <dc:subject>PptxGenJS Presentation</dc:subject>
  <dc:creator>PptxGenJS</dc:creator>
  <cp:lastModifiedBy>Dianah Myra Salazar</cp:lastModifiedBy>
  <cp:revision>1</cp:revision>
  <dcterms:created xsi:type="dcterms:W3CDTF">2026-04-30T12:59:21Z</dcterms:created>
  <dcterms:modified xsi:type="dcterms:W3CDTF">2026-04-30T13:24:12Z</dcterms:modified>
</cp:coreProperties>
</file>